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42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wipe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FFDA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4480560" y="0"/>
            <a:ext cx="4334256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434840" y="0"/>
            <a:ext cx="9144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kern="0" spc="-100" dirty="0">
                <a:solidFill>
                  <a:srgbClr val="000000"/>
                </a:solidFill>
              </a:rPr>
              <a:t>KARISMA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spc="300" dirty="0">
                <a:solidFill>
                  <a:srgbClr val="000000"/>
                </a:solidFill>
              </a:rPr>
              <a:t>PRODUCTIVITY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2560320"/>
            <a:ext cx="3749040" cy="548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20040" y="2743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</a:rPr>
              <a:t>Atteins tes objectifs.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</a:rPr>
              <a:t>Chaque jour.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3995928"/>
            <a:ext cx="1554480" cy="3840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20040" y="3931920"/>
            <a:ext cx="1554480" cy="384048"/>
          </a:xfrm>
          <a:prstGeom prst="rect">
            <a:avLst/>
          </a:prstGeom>
          <a:solidFill>
            <a:srgbClr val="000000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20040" y="3931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Version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548640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548640" cy="548640"/>
          </a:xfrm>
          <a:prstGeom prst="rect">
            <a:avLst/>
          </a:prstGeom>
          <a:solidFill>
            <a:srgbClr val="FFDA59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709160" y="777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8503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Objectifs long terme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627632"/>
            <a:ext cx="548640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709160" y="1581912"/>
            <a:ext cx="548640" cy="548640"/>
          </a:xfrm>
          <a:prstGeom prst="rect">
            <a:avLst/>
          </a:prstGeom>
          <a:solidFill>
            <a:srgbClr val="FFDA59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09160" y="1581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165506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Objectifs répétitifs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432304"/>
            <a:ext cx="548640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709160" y="2386584"/>
            <a:ext cx="548640" cy="548640"/>
          </a:xfrm>
          <a:prstGeom prst="rect">
            <a:avLst/>
          </a:prstGeom>
          <a:solidFill>
            <a:srgbClr val="FFDA59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709160" y="23865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4597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Tâches temporaires (24h)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236976"/>
            <a:ext cx="548640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709160" y="3191256"/>
            <a:ext cx="548640" cy="548640"/>
          </a:xfrm>
          <a:prstGeom prst="rect">
            <a:avLst/>
          </a:prstGeom>
          <a:solidFill>
            <a:srgbClr val="FFDA59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09160" y="31912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2644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Objectifs en commun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4041648"/>
            <a:ext cx="548640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4709160" y="3995928"/>
            <a:ext cx="548640" cy="548640"/>
          </a:xfrm>
          <a:prstGeom prst="rect">
            <a:avLst/>
          </a:prstGeom>
          <a:solidFill>
            <a:srgbClr val="FFDA59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09160" y="3995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4069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Statistiques détaillées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4846320"/>
            <a:ext cx="548640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709160" y="4800600"/>
            <a:ext cx="548640" cy="548640"/>
          </a:xfrm>
          <a:prstGeom prst="rect">
            <a:avLst/>
          </a:prstGeom>
          <a:solidFill>
            <a:srgbClr val="FFDA59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709160" y="4800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49240" y="48737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Rappels Push automatiques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6099048"/>
            <a:ext cx="12192000" cy="2743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0" y="6099048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K-PRODUCTIVITY  ·  Application Web Progressive (PWA)  ·  2026</a:t>
            </a:r>
            <a:endParaRPr lang="en-US" sz="800" dirty="0"/>
          </a:p>
        </p:txBody>
      </p:sp>
    </p:spTree>
  </p:cSld>
  <p:clrMapOvr>
    <a:masterClrMapping/>
  </p:clrMapOvr>
  <p:transition spd="slow" advTm="6999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4" grpId="0" animBg="1"/>
      <p:bldP spid="3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852160"/>
            <a:ext cx="12192000" cy="50292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2011680" cy="347472"/>
          </a:xfrm>
          <a:prstGeom prst="rect">
            <a:avLst/>
          </a:prstGeom>
          <a:solidFill>
            <a:srgbClr val="FF6B6B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LE PROBLÈME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000000"/>
                </a:solidFill>
              </a:rPr>
              <a:t>Pourquoi on n'atteint pas </a:t>
            </a:r>
            <a:r>
              <a:rPr lang="en-US" sz="2800" b="1" kern="0" spc="100" dirty="0" err="1">
                <a:solidFill>
                  <a:srgbClr val="000000"/>
                </a:solidFill>
              </a:rPr>
              <a:t>nos</a:t>
            </a:r>
            <a:r>
              <a:rPr lang="en-US" sz="2800" b="1" kern="0" spc="100" dirty="0">
                <a:solidFill>
                  <a:srgbClr val="000000"/>
                </a:solidFill>
              </a:rPr>
              <a:t> </a:t>
            </a:r>
            <a:r>
              <a:rPr lang="en-US" sz="2800" b="1" kern="0" spc="100" dirty="0" err="1">
                <a:solidFill>
                  <a:srgbClr val="000000"/>
                </a:solidFill>
              </a:rPr>
              <a:t>objectifs</a:t>
            </a:r>
            <a:r>
              <a:rPr lang="en-US" sz="2800" b="1" kern="0" spc="100" dirty="0">
                <a:solidFill>
                  <a:srgbClr val="000000"/>
                </a:solidFill>
              </a:rPr>
              <a:t>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29768" y="1527048"/>
            <a:ext cx="2468880" cy="34747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468880" cy="3474720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468880" cy="32004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😩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</a:rPr>
              <a:t>ON OUBLIE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Sans système de suivi,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nos intentions restent vagues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527048"/>
            <a:ext cx="2468880" cy="34747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154680" y="1463040"/>
            <a:ext cx="2468880" cy="3474720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154680" y="1463040"/>
            <a:ext cx="2468880" cy="320040"/>
          </a:xfrm>
          <a:prstGeom prst="rect">
            <a:avLst/>
          </a:prstGeom>
          <a:solidFill>
            <a:srgbClr val="FF9E00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15468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4612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</a:rPr>
              <a:t>ON MANQUE DE CAP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Les objectifs flous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ne motivent pas sur la durée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07608" y="1527048"/>
            <a:ext cx="2468880" cy="34747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5943600" y="1463040"/>
            <a:ext cx="2468880" cy="3474720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5943600" y="1463040"/>
            <a:ext cx="2468880" cy="320040"/>
          </a:xfrm>
          <a:prstGeom prst="rect">
            <a:avLst/>
          </a:prstGeom>
          <a:solidFill>
            <a:srgbClr val="9D4EDD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94360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🤷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03504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</a:rPr>
              <a:t>ON PERD LA MOTIVATION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3504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Sans visibilité du progrès,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on abandonne trop vite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5166360"/>
            <a:ext cx="8229600" cy="548640"/>
          </a:xfrm>
          <a:prstGeom prst="rect">
            <a:avLst/>
          </a:prstGeom>
          <a:solidFill>
            <a:srgbClr val="FFDA59"/>
          </a:solidFill>
          <a:ln w="25400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</a:rPr>
              <a:t>💡 Karisma Productivity résout ces 3 problèmes en un seul outil.</a:t>
            </a:r>
            <a:endParaRPr lang="en-US" sz="1300" dirty="0"/>
          </a:p>
        </p:txBody>
      </p:sp>
    </p:spTree>
  </p:cSld>
  <p:clrMapOvr>
    <a:masterClrMapping/>
  </p:clrMapOvr>
  <p:transition spd="slow" advTm="10112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FFDA59"/>
                </a:solidFill>
              </a:rPr>
              <a:t>QU'EST-CE 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Karisma Productivity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7863840" cy="54864"/>
          </a:xfrm>
          <a:prstGeom prst="rect">
            <a:avLst/>
          </a:prstGeom>
          <a:solidFill>
            <a:srgbClr val="FFDA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CCCC"/>
                </a:solidFill>
              </a:rPr>
              <a:t>Karisma Productivity est une application web progressive (PWA) conçue pour t'aider à créer, suivre et accomplir tes objectifs personnels — qu'ils soient quotidiens, mensuels ou à long terme.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" y="3163824"/>
            <a:ext cx="3840480" cy="7772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3840480" cy="77724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548640" cy="777240"/>
          </a:xfrm>
          <a:prstGeom prst="rect">
            <a:avLst/>
          </a:prstGeom>
          <a:solidFill>
            <a:srgbClr val="FFDA59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2186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Application installable sur mobile (PWA)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6864" y="3163824"/>
            <a:ext cx="3840480" cy="7772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572000" y="3108960"/>
            <a:ext cx="3840480" cy="77724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572000" y="3108960"/>
            <a:ext cx="548640" cy="777240"/>
          </a:xfrm>
          <a:prstGeom prst="rect">
            <a:avLst/>
          </a:prstGeom>
          <a:solidFill>
            <a:srgbClr val="4FAC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2186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Données synchronisées en temps réel sur le cloud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" y="4169664"/>
            <a:ext cx="3840480" cy="7772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3840480" cy="77724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548640" cy="777240"/>
          </a:xfrm>
          <a:prstGeom prst="rect">
            <a:avLst/>
          </a:prstGeom>
          <a:solidFill>
            <a:srgbClr val="1FB05A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42245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Compte sécurisé (Email, Google, Facebook)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26864" y="4169664"/>
            <a:ext cx="3840480" cy="7772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572000" y="4114800"/>
            <a:ext cx="3840480" cy="77724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572000" y="4114800"/>
            <a:ext cx="548640" cy="777240"/>
          </a:xfrm>
          <a:prstGeom prst="rect">
            <a:avLst/>
          </a:prstGeom>
          <a:solidFill>
            <a:srgbClr val="9D4EDD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572000" y="41148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🌗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12080" y="42245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Mode clair &amp; sombre intégré</a:t>
            </a:r>
            <a:endParaRPr lang="en-US" sz="1200" dirty="0"/>
          </a:p>
        </p:txBody>
      </p:sp>
    </p:spTree>
  </p:cSld>
  <p:clrMapOvr>
    <a:masterClrMapping/>
  </p:clrMapOvr>
  <p:transition spd="slow" advTm="8673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build="allAtOnce" animBg="1"/>
      <p:bldP spid="10" grpId="0" animBg="1"/>
      <p:bldP spid="11" grpId="0" animBg="1"/>
      <p:bldP spid="15" grpId="0" animBg="1"/>
      <p:bldP spid="16" grpId="0" animBg="1"/>
      <p:bldP spid="20" grpId="0" animBg="1"/>
      <p:bldP spid="21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852160"/>
            <a:ext cx="12192000" cy="502920"/>
          </a:xfrm>
          <a:prstGeom prst="rect">
            <a:avLst/>
          </a:prstGeom>
          <a:solidFill>
            <a:srgbClr val="FFDA59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DA59"/>
                </a:solidFill>
              </a:rPr>
              <a:t>FONCTIONNALITÉS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00000"/>
                </a:solidFill>
              </a:rPr>
              <a:t>4 sections pour tout gérer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7863840" cy="457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75488" y="1389888"/>
            <a:ext cx="3886200" cy="19659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3886200" cy="1965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325880"/>
            <a:ext cx="502920" cy="1965960"/>
          </a:xfrm>
          <a:prstGeom prst="rect">
            <a:avLst/>
          </a:prstGeom>
          <a:solidFill>
            <a:srgbClr val="9D4EDD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0000"/>
                </a:solidFill>
              </a:rPr>
              <a:t>OBJECTIFS LONG TERME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01168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Plans sur plusieurs mois avec dates cibles, catégories et suivi de progression.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27448" y="1389888"/>
            <a:ext cx="3886200" cy="19659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3886200" cy="1965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502920" cy="1965960"/>
          </a:xfrm>
          <a:prstGeom prst="rect">
            <a:avLst/>
          </a:prstGeom>
          <a:solidFill>
            <a:srgbClr val="FFDA59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663440" y="17830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57800" y="15087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0000"/>
                </a:solidFill>
              </a:rPr>
              <a:t>OBJECTIFS RÉPÉTITIFS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01168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Habitudes quotidiennes à cocher : sport, lecture, méditation… avec vue hebdomadaire.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" y="3630168"/>
            <a:ext cx="3886200" cy="19659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11480" y="3566160"/>
            <a:ext cx="3886200" cy="1965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11480" y="3566160"/>
            <a:ext cx="502920" cy="1965960"/>
          </a:xfrm>
          <a:prstGeom prst="rect">
            <a:avLst/>
          </a:prstGeom>
          <a:solidFill>
            <a:srgbClr val="FF9E00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11480" y="402336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0000"/>
                </a:solidFill>
              </a:rPr>
              <a:t>TÂCHES TEMPORAIRES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2519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Todo-list 24h avec horaires précis et rappels push automatiques.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27448" y="3630168"/>
            <a:ext cx="3886200" cy="19659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663440" y="3566160"/>
            <a:ext cx="3886200" cy="1965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4663440" y="3566160"/>
            <a:ext cx="502920" cy="1965960"/>
          </a:xfrm>
          <a:prstGeom prst="rect">
            <a:avLst/>
          </a:prstGeom>
          <a:solidFill>
            <a:srgbClr val="06B6D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663440" y="402336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5780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0000"/>
                </a:solidFill>
              </a:rPr>
              <a:t>OBJECTIFS EN COMMUN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42519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Créez des groupes avec vos amis et validez vos objectifs partagés ensemble.</a:t>
            </a:r>
            <a:endParaRPr lang="en-US" sz="1100" dirty="0"/>
          </a:p>
        </p:txBody>
      </p:sp>
    </p:spTree>
  </p:cSld>
  <p:clrMapOvr>
    <a:masterClrMapping/>
  </p:clrMapOvr>
  <p:transition spd="slow" advTm="544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19" grpId="0" animBg="1"/>
      <p:bldP spid="23" grpId="0" animBg="1"/>
      <p:bldP spid="24" grpId="0" animBg="1"/>
      <p:bldP spid="25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DA59"/>
                </a:solidFill>
              </a:rPr>
              <a:t>POUR QUI 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Karisma est utile à chacun d'entre nous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38328" y="1389888"/>
            <a:ext cx="2606040" cy="21031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606040" cy="2103120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2606040" cy="347472"/>
          </a:xfrm>
          <a:prstGeom prst="rect">
            <a:avLst/>
          </a:prstGeom>
          <a:solidFill>
            <a:srgbClr val="4FAC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47472" y="13624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🎓  L'Étudiant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Suivre ses révisions quotidiennes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Gérer les deadlines de projets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Partager ses objectifs d'étude avec ses collègues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1389888"/>
            <a:ext cx="2606040" cy="21031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154680" y="1325880"/>
            <a:ext cx="2606040" cy="2103120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154680" y="1325880"/>
            <a:ext cx="2606040" cy="347472"/>
          </a:xfrm>
          <a:prstGeom prst="rect">
            <a:avLst/>
          </a:prstGeom>
          <a:solidFill>
            <a:srgbClr val="1FB05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227832" y="13624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💼  Le Professionnel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Tracker ses KPIs personnels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64408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Maintenir une routine productivité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64408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Collaborer sur des objectifs d'équipe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99048" y="1389888"/>
            <a:ext cx="2606040" cy="21031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6035040" y="1325880"/>
            <a:ext cx="2606040" cy="2103120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6035040" y="1325880"/>
            <a:ext cx="2606040" cy="347472"/>
          </a:xfrm>
          <a:prstGeom prst="rect">
            <a:avLst/>
          </a:prstGeom>
          <a:solidFill>
            <a:srgbClr val="FF9E00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108192" y="13624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🏃  Le Sportif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Suivre son entraînement journalier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44768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Voir ses séries (streaks) sans interruption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44768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Créer des défis sportifs en groupe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" y="3721608"/>
            <a:ext cx="2606040" cy="21031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2606040" cy="2103120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274320" y="3657600"/>
            <a:ext cx="2606040" cy="347472"/>
          </a:xfrm>
          <a:prstGeom prst="rect">
            <a:avLst/>
          </a:prstGeom>
          <a:solidFill>
            <a:srgbClr val="9D4EDD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347472" y="36941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🌱  Le Développement Perso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4048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Construire de nouvelles habitudes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Visualiser ses progrès sur le long terme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" y="5120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Se motiver grâce aux statistiques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18688" y="3721608"/>
            <a:ext cx="2606040" cy="21031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3154680" y="3657600"/>
            <a:ext cx="2606040" cy="2103120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3154680" y="3657600"/>
            <a:ext cx="2606040" cy="347472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3227832" y="36941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👨‍👩‍👧  La Famille / Les Amis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64408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Objectifs partagés (sport, lecture, sorties…)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64408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Voir qui a validé quoi aujourd'hui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64408" y="5120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Notifications quand un proche réussit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99048" y="3721608"/>
            <a:ext cx="2606040" cy="21031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Shape 45"/>
          <p:cNvSpPr/>
          <p:nvPr/>
        </p:nvSpPr>
        <p:spPr>
          <a:xfrm>
            <a:off x="6035040" y="3657600"/>
            <a:ext cx="2606040" cy="2103120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47"/>
          <p:cNvSpPr/>
          <p:nvPr/>
        </p:nvSpPr>
        <p:spPr>
          <a:xfrm>
            <a:off x="6035040" y="3657600"/>
            <a:ext cx="2606040" cy="347472"/>
          </a:xfrm>
          <a:prstGeom prst="rect">
            <a:avLst/>
          </a:prstGeom>
          <a:solidFill>
            <a:srgbClr val="06B6D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6108192" y="36941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💡  L'Entrepreneur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44768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Objectifs long terme (6-12 mois)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44768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Tâches journalières priorisées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44768" y="5120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▪ Rappels push personnalisés par heure</a:t>
            </a:r>
            <a:endParaRPr lang="en-US" sz="950" dirty="0"/>
          </a:p>
        </p:txBody>
      </p:sp>
    </p:spTree>
  </p:cSld>
  <p:clrMapOvr>
    <a:masterClrMapping/>
  </p:clrMapOvr>
  <p:transition spd="slow" advTm="10336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7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75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6" grpId="0" animBg="1"/>
      <p:bldP spid="27" grpId="0" animBg="1"/>
      <p:bldP spid="28" grpId="0" animBg="1"/>
      <p:bldP spid="29" grpId="0" animBg="1"/>
      <p:bldP spid="34" grpId="0" animBg="1"/>
      <p:bldP spid="35" grpId="0" animBg="1"/>
      <p:bldP spid="36" grpId="0" animBg="1"/>
      <p:bldP spid="37" grpId="0" animBg="1"/>
      <p:bldP spid="42" grpId="0" animBg="1"/>
      <p:bldP spid="43" grpId="0" animBg="1"/>
      <p:bldP spid="44" grpId="0" animBg="1"/>
      <p:bldP spid="45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852160"/>
            <a:ext cx="12192000" cy="502920"/>
          </a:xfrm>
          <a:prstGeom prst="rect">
            <a:avLst/>
          </a:prstGeom>
          <a:solidFill>
            <a:srgbClr val="1FB05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B05A"/>
                </a:solidFill>
              </a:rPr>
              <a:t>STATISTIQUES &amp; PROGRESSION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kern="0" spc="100" dirty="0">
                <a:solidFill>
                  <a:srgbClr val="FFFFFF"/>
                </a:solidFill>
              </a:rPr>
              <a:t>Visualise ton évolution en un coup d'œil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7863840" cy="54864"/>
          </a:xfrm>
          <a:prstGeom prst="rect">
            <a:avLst/>
          </a:prstGeom>
          <a:solidFill>
            <a:srgbClr val="1FB05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29768" y="1481328"/>
            <a:ext cx="1965960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965960" cy="411480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1965960" cy="411480"/>
          </a:xfrm>
          <a:prstGeom prst="rect">
            <a:avLst/>
          </a:prstGeom>
          <a:solidFill>
            <a:srgbClr val="FF9E00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Série en cours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(Streak)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737360" cy="36576"/>
          </a:xfrm>
          <a:prstGeom prst="rect">
            <a:avLst/>
          </a:prstGeom>
          <a:solidFill>
            <a:srgbClr val="FF9E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Combien de jours consécutifs tu as respecté tes objectifs. 0 jours = remise à zéro.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78608" y="1481328"/>
            <a:ext cx="1965960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2514600" y="1417320"/>
            <a:ext cx="1965960" cy="411480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514600" y="1417320"/>
            <a:ext cx="1965960" cy="411480"/>
          </a:xfrm>
          <a:prstGeom prst="rect">
            <a:avLst/>
          </a:prstGeom>
          <a:solidFill>
            <a:srgbClr val="4FAC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60604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Calendrier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mensuel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06040" y="2697480"/>
            <a:ext cx="1737360" cy="36576"/>
          </a:xfrm>
          <a:prstGeom prst="rect">
            <a:avLst/>
          </a:prstGeom>
          <a:solidFill>
            <a:srgbClr val="4FAC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2606040" y="2788920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Un calendrier coloré qui montre chaque jour du mois si tes objectifs ont été validés.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27448" y="1481328"/>
            <a:ext cx="1965960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1965960" cy="411480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663440" y="1417320"/>
            <a:ext cx="1965960" cy="411480"/>
          </a:xfrm>
          <a:prstGeom prst="rect">
            <a:avLst/>
          </a:prstGeom>
          <a:solidFill>
            <a:srgbClr val="1FB05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5488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Taux de réussite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697480"/>
            <a:ext cx="1737360" cy="36576"/>
          </a:xfrm>
          <a:prstGeom prst="rect">
            <a:avLst/>
          </a:prstGeom>
          <a:solidFill>
            <a:srgbClr val="1FB05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754880" y="2788920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Graphique du % d'objectifs complétés par jour, semaine ou mois.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76288" y="1481328"/>
            <a:ext cx="1965960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812280" y="1417320"/>
            <a:ext cx="1965960" cy="411480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6812280" y="1417320"/>
            <a:ext cx="1965960" cy="411480"/>
          </a:xfrm>
          <a:prstGeom prst="rect">
            <a:avLst/>
          </a:prstGeom>
          <a:solidFill>
            <a:srgbClr val="FFDA59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90372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🥇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Record absolu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03720" y="2697480"/>
            <a:ext cx="1737360" cy="36576"/>
          </a:xfrm>
          <a:prstGeom prst="rect">
            <a:avLst/>
          </a:prstGeom>
          <a:solidFill>
            <a:srgbClr val="FFDA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903720" y="2788920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Ta meilleure série de tous les temps. Enregistrée automatiquement.</a:t>
            </a:r>
            <a:endParaRPr lang="en-US" sz="1000" dirty="0"/>
          </a:p>
        </p:txBody>
      </p:sp>
    </p:spTree>
  </p:cSld>
  <p:clrMapOvr>
    <a:masterClrMapping/>
  </p:clrMapOvr>
  <p:transition spd="slow" advTm="4509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13" grpId="0" animBg="1"/>
      <p:bldP spid="18" grpId="0" animBg="1"/>
      <p:bldP spid="20" grpId="0" animBg="1"/>
      <p:bldP spid="25" grpId="0" animBg="1"/>
      <p:bldP spid="27" grpId="0" animBg="1"/>
      <p:bldP spid="32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852160"/>
            <a:ext cx="12192000" cy="502920"/>
          </a:xfrm>
          <a:prstGeom prst="rect">
            <a:avLst/>
          </a:prstGeom>
          <a:solidFill>
            <a:srgbClr val="FFDA59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DA59"/>
                </a:solidFill>
              </a:rPr>
              <a:t>RAPPELS AUTOMATIQUES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kern="0" spc="100" dirty="0">
                <a:solidFill>
                  <a:srgbClr val="000000"/>
                </a:solidFill>
              </a:rPr>
              <a:t>L'app pense à toi avant que tu l'oublies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29768" y="1435608"/>
            <a:ext cx="2560320" cy="20116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38912" y="1463040"/>
            <a:ext cx="2011680" cy="347472"/>
          </a:xfrm>
          <a:prstGeom prst="rect">
            <a:avLst/>
          </a:prstGeom>
          <a:solidFill>
            <a:srgbClr val="FF9E00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38912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07:00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☀️ Rappel Matinal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"Bonjour ! 3 objectifs </a:t>
            </a:r>
            <a:r>
              <a:rPr lang="en-US" sz="1000" i="1" dirty="0" err="1">
                <a:solidFill>
                  <a:srgbClr val="555555"/>
                </a:solidFill>
              </a:rPr>
              <a:t>aujourd'hui</a:t>
            </a:r>
            <a:r>
              <a:rPr lang="en-US" sz="1000" i="1" dirty="0">
                <a:solidFill>
                  <a:srgbClr val="555555"/>
                </a:solidFill>
              </a:rPr>
              <a:t>  C'est parti ! 💪"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1435608"/>
            <a:ext cx="2560320" cy="20116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273552" y="1463040"/>
            <a:ext cx="2011680" cy="347472"/>
          </a:xfrm>
          <a:prstGeom prst="rect">
            <a:avLst/>
          </a:prstGeom>
          <a:solidFill>
            <a:srgbClr val="4FAC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273552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14:00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🔔 Mi-journée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"N'oublie pas tes objectifs ! Tu peux le faire ! 🔥"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99048" y="1435608"/>
            <a:ext cx="2560320" cy="20116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108192" y="1463040"/>
            <a:ext cx="2011680" cy="347472"/>
          </a:xfrm>
          <a:prstGeom prst="rect">
            <a:avLst/>
          </a:prstGeom>
          <a:solidFill>
            <a:srgbClr val="9D4EDD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108192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21:00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🌙 Bilan du soir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"As-tu complété tous tes objectifs ? Dernière chance ⏳"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" y="3721608"/>
            <a:ext cx="2560320" cy="20116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38912" y="3749040"/>
            <a:ext cx="2011680" cy="347472"/>
          </a:xfrm>
          <a:prstGeom prst="rect">
            <a:avLst/>
          </a:prstGeom>
          <a:solidFill>
            <a:srgbClr val="1FB05A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38912" y="3749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À l'heure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⏰ Heure exacte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"C'est l'heure : Gym ! Lance-toi et valide ✅"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64408" y="3721608"/>
            <a:ext cx="2560320" cy="20116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3200400" y="365760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3273552" y="3749040"/>
            <a:ext cx="2011680" cy="347472"/>
          </a:xfrm>
          <a:prstGeom prst="rect">
            <a:avLst/>
          </a:prstGeom>
          <a:solidFill>
            <a:srgbClr val="FF6B6B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3273552" y="3749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H - 10min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📍 10 min avant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4617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"Prépare-toi : Méditation dans 10 min 🧘"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99048" y="3721608"/>
            <a:ext cx="2560320" cy="20116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6035040" y="365760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6108192" y="3749040"/>
            <a:ext cx="2011680" cy="347472"/>
          </a:xfrm>
          <a:prstGeom prst="rect">
            <a:avLst/>
          </a:prstGeom>
          <a:solidFill>
            <a:srgbClr val="06B6D4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108192" y="3749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Temps réel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2648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🤝 Objectif commun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26480" y="4617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"Alex a validé 'Running' dans votre groupe ⚡"</a:t>
            </a:r>
            <a:endParaRPr lang="en-US" sz="1000" dirty="0"/>
          </a:p>
        </p:txBody>
      </p:sp>
    </p:spTree>
  </p:cSld>
  <p:clrMapOvr>
    <a:masterClrMapping/>
  </p:clrMapOvr>
  <p:transition spd="slow" advTm="3379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7" grpId="0" animBg="1"/>
      <p:bldP spid="18" grpId="0" animBg="1"/>
      <p:bldP spid="23" grpId="0" animBg="1"/>
      <p:bldP spid="24" grpId="0" animBg="1"/>
      <p:bldP spid="29" grpId="0" animBg="1"/>
      <p:bldP spid="30" grpId="0" animBg="1"/>
      <p:bldP spid="35" grpId="0" animBg="1"/>
      <p:bldP spid="36" grpId="0" animBg="1"/>
      <p:bldP spid="41" grpId="0" animBg="1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ENSEMBLE, C'EST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PLUS FACILE.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2029968"/>
            <a:ext cx="3200400" cy="64008"/>
          </a:xfrm>
          <a:prstGeom prst="rect">
            <a:avLst/>
          </a:prstGeom>
          <a:solidFill>
            <a:srgbClr val="FFDA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22860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👥 Créer des groupes d'objectifs partagés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98094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📬 Envoyer des invitations à ses amis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3675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⚡ Recevoir une notif quand un ami valide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4370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🏅 Voir la progression de chaque membre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506577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🚪 Quitter un groupe librement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320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0000"/>
                </a:solidFill>
              </a:rPr>
              <a:t>PROFIL UTILISATEUR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749808"/>
            <a:ext cx="4114800" cy="457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4023360" cy="8412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4023360" cy="841248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617720" y="100584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07899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Photo de profil modifiable (upload direct)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029968"/>
            <a:ext cx="4023360" cy="8412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72000" y="1984248"/>
            <a:ext cx="4023360" cy="841248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617720" y="202996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9240" y="21031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Bio personnelle affichée en couverture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054096"/>
            <a:ext cx="4023360" cy="8412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572000" y="3008376"/>
            <a:ext cx="4023360" cy="841248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617720" y="3054096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12724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Rechercher des amis par username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4078224"/>
            <a:ext cx="4023360" cy="8412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572000" y="4032504"/>
            <a:ext cx="4023360" cy="841248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617720" y="4078224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9240" y="415137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Fuseau horaire adaptatif pour les rappels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5102352"/>
            <a:ext cx="4023360" cy="8412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4572000" y="5056632"/>
            <a:ext cx="4023360" cy="841248"/>
          </a:xfrm>
          <a:prstGeom prst="rect">
            <a:avLst/>
          </a:prstGeom>
          <a:solidFill>
            <a:srgbClr val="F4F4F4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617720" y="5102352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49240" y="517550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Widgets personnalisables sur le profil</a:t>
            </a:r>
            <a:endParaRPr lang="en-US" sz="1100" dirty="0"/>
          </a:p>
        </p:txBody>
      </p:sp>
    </p:spTree>
  </p:cSld>
  <p:clrMapOvr>
    <a:masterClrMapping/>
  </p:clrMapOvr>
  <p:transition spd="slow" advTm="6351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6" grpId="0" animBg="1"/>
      <p:bldP spid="20" grpId="0" animBg="1"/>
      <p:bldP spid="24" grpId="0" animBg="1"/>
      <p:bldP spid="28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852160"/>
            <a:ext cx="12192000" cy="502920"/>
          </a:xfrm>
          <a:prstGeom prst="rect">
            <a:avLst/>
          </a:prstGeom>
          <a:solidFill>
            <a:srgbClr val="4FAC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ACFF"/>
                </a:solidFill>
              </a:rPr>
              <a:t>APPLICATION INSTALLABLE — PWA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kern="0" spc="100" dirty="0">
                <a:solidFill>
                  <a:srgbClr val="FFFFFF"/>
                </a:solidFill>
              </a:rPr>
              <a:t>Comme une vraie app mobile, sans l'App Store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7863840" cy="54864"/>
          </a:xfrm>
          <a:prstGeom prst="rect">
            <a:avLst/>
          </a:prstGeom>
          <a:solidFill>
            <a:srgbClr val="4FAC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29768" y="1527048"/>
            <a:ext cx="1965960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1965960" cy="411480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📲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1691640" cy="45720"/>
          </a:xfrm>
          <a:prstGeom prst="rect">
            <a:avLst/>
          </a:prstGeom>
          <a:solidFill>
            <a:srgbClr val="4FAC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Installable sur mobile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Ajouter sur l'écran d'accueil depuis son navigateur. Fonctionne comme une app native.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78608" y="1527048"/>
            <a:ext cx="1965960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514600" y="1463040"/>
            <a:ext cx="1965960" cy="411480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514600" y="15544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2651760" y="2514600"/>
            <a:ext cx="1691640" cy="45720"/>
          </a:xfrm>
          <a:prstGeom prst="rect">
            <a:avLst/>
          </a:prstGeom>
          <a:solidFill>
            <a:srgbClr val="1FB05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606040" y="26060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Accessible partout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324612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Fonctionne sur iOS, Android et desktop. Aucun téléchargement requis.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27448" y="1527048"/>
            <a:ext cx="1965960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1965960" cy="411480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663440" y="15544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4800600" y="2514600"/>
            <a:ext cx="1691640" cy="45720"/>
          </a:xfrm>
          <a:prstGeom prst="rect">
            <a:avLst/>
          </a:prstGeom>
          <a:solidFill>
            <a:srgbClr val="FFDA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754880" y="26060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Rapide &amp; fluide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24612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Service Worker optimisé. Interface animée avec Framer Motion.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76288" y="1527048"/>
            <a:ext cx="1965960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6812280" y="1463040"/>
            <a:ext cx="1965960" cy="4114800"/>
          </a:xfrm>
          <a:prstGeom prst="rect">
            <a:avLst/>
          </a:prstGeom>
          <a:solidFill>
            <a:srgbClr val="1A1A1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812280" y="15544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🔔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6949440" y="2514600"/>
            <a:ext cx="1691640" cy="45720"/>
          </a:xfrm>
          <a:prstGeom prst="rect">
            <a:avLst/>
          </a:prstGeom>
          <a:solidFill>
            <a:srgbClr val="FF9E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903720" y="26060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Notifications Push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324612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Reçois les rappels même quand tu n'utilises pas l'app.</a:t>
            </a:r>
            <a:endParaRPr lang="en-US" sz="1000" dirty="0"/>
          </a:p>
        </p:txBody>
      </p:sp>
    </p:spTree>
  </p:cSld>
  <p:clrMapOvr>
    <a:masterClrMapping/>
  </p:clrMapOvr>
  <p:transition spd="slow" advTm="6861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1" grpId="0" animBg="1"/>
      <p:bldP spid="12" grpId="0" animBg="1"/>
      <p:bldP spid="15" grpId="0" animBg="1"/>
      <p:bldP spid="17" grpId="0" animBg="1"/>
      <p:bldP spid="18" grpId="0" animBg="1"/>
      <p:bldP spid="21" grpId="0" animBg="1"/>
      <p:bldP spid="23" grpId="0" animBg="1"/>
      <p:bldP spid="24" grpId="0" animBg="1"/>
      <p:bldP spid="27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A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303520"/>
            <a:ext cx="12192000" cy="10698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194560" y="255659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00000"/>
                </a:solidFill>
              </a:rPr>
              <a:t>TU ES PRÊT(E) 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81200" y="733386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0000"/>
                </a:solidFill>
              </a:rPr>
              <a:t>Commence à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000000"/>
                </a:solidFill>
              </a:rPr>
              <a:t>changer tes habitudes.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53440" y="2666689"/>
            <a:ext cx="6309360" cy="640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679510" y="2971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</a:rPr>
              <a:t>✓  Une seule app pour tous tes objectifs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</a:rPr>
              <a:t>✓  Mobile, rapide, et collaborative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4906" y="4030265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</a:rPr>
              <a:t>✓  Tes progrès visibles chaque jour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0" y="44348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A59"/>
                </a:solidFill>
              </a:rPr>
              <a:t>  karisma-productivity.vercel.app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5376672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DA59"/>
                </a:solidFill>
              </a:rPr>
              <a:t>Karisma Productivity  ·  Application PWA  · 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0" y="5760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</a:rPr>
              <a:t>Conçu avec ❤️ — Stack : Next.js · Supabase · OneSignal · Tailwind CSS</a:t>
            </a:r>
            <a:endParaRPr lang="en-US" sz="800" dirty="0"/>
          </a:p>
        </p:txBody>
      </p:sp>
    </p:spTree>
  </p:cSld>
  <p:clrMapOvr>
    <a:masterClrMapping/>
  </p:clrMapOvr>
  <p:transition spd="slow" advTm="7216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804</Words>
  <Application>Microsoft Office PowerPoint</Application>
  <PresentationFormat>Widescreen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K-Productivity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Karisma Productivity</dc:title>
  <dc:subject>Présentation Karisma Productivity</dc:subject>
  <dc:creator>Karisma Team</dc:creator>
  <cp:lastModifiedBy>YVANE GUIMBIOLOU NDINGA</cp:lastModifiedBy>
  <cp:revision>2</cp:revision>
  <dcterms:created xsi:type="dcterms:W3CDTF">2026-03-31T20:24:22Z</dcterms:created>
  <dcterms:modified xsi:type="dcterms:W3CDTF">2026-04-01T07:40:56Z</dcterms:modified>
</cp:coreProperties>
</file>